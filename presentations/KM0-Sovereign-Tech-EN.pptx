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48640"/>
            <a:ext cx="1490008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Kilometer 0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7BFF"/>
                </a:solidFill>
                <a:latin typeface="Inter"/>
              </a:defRPr>
            </a:pPr>
            <a:r>
              <a:t>Community digital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7B3FE4"/>
                </a:solidFill>
                <a:latin typeface="Inter"/>
              </a:defRPr>
            </a:pPr>
            <a:r>
              <a:t>RECLAIM YOUR DIGITAL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km0digital.com · cloud.km0digital.com  ·  Theme: Sovereign Tech  · 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827782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320040"/>
            <a:ext cx="79552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Why does KM0 exist?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3444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A social and technological movement built by and for the community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A real alternative to Big Tech dependency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Open, local, and sustainable services, not just another provider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Real people behind the project, not an anonymous call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2  ·  Theme: Sovereign Tech  ·  English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2800">
                <a:solidFill>
                  <a:srgbClr val="0B1220"/>
                </a:solidFill>
                <a:latin typeface="Inter"/>
              </a:defRPr>
            </a:pPr>
            <a:r>
              <a:t>Business as usual vs. The KM0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280160"/>
            <a:ext cx="3611879" cy="4754880"/>
          </a:xfrm>
          <a:prstGeom prst="roundRect">
            <a:avLst/>
          </a:prstGeom>
          <a:solidFill>
            <a:srgbClr val="F5F5F7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41732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1220"/>
                </a:solidFill>
              </a:defRPr>
            </a:pPr>
            <a:r>
              <a:t>The usual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Inter"/>
              </a:defRPr>
            </a:pPr>
            <a:r>
              <a:t>Your data as the product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Inter"/>
              </a:defRPr>
            </a:pPr>
            <a:r>
              <a:t>Anonymous, distant support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Inter"/>
              </a:defRPr>
            </a:pPr>
            <a:r>
              <a:t>Prices that do not reflect real costs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Inter"/>
              </a:defRPr>
            </a:pPr>
            <a:r>
              <a:t>Total dependence on a few global providers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280160"/>
            <a:ext cx="3611879" cy="4754880"/>
          </a:xfrm>
          <a:prstGeom prst="roundRect">
            <a:avLst/>
          </a:prstGeom>
          <a:solidFill>
            <a:srgbClr val="F5F5F7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1732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BFF"/>
                </a:solidFill>
              </a:defRPr>
            </a:pPr>
            <a:r>
              <a:t>The KM0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Inter"/>
              </a:defRPr>
            </a:pPr>
            <a:r>
              <a:t>Control and transparency over your data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Inter"/>
              </a:defRPr>
            </a:pPr>
            <a:r>
              <a:t>Real people, close to you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Inter"/>
              </a:defRPr>
            </a:pPr>
            <a:r>
              <a:t>Honest, sustainable pricing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Inter"/>
              </a:defRPr>
            </a:pPr>
            <a:r>
              <a:t>An open community anyone can join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3  ·  Theme: Sovereign Tech  ·  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Movement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463040"/>
            <a:ext cx="2194560" cy="594360"/>
          </a:xfrm>
          <a:prstGeom prst="roundRect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463040"/>
            <a:ext cx="2194560" cy="594360"/>
          </a:xfrm>
          <a:prstGeom prst="round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Transparent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59" y="1463040"/>
            <a:ext cx="2194560" cy="594360"/>
          </a:xfrm>
          <a:prstGeom prst="roundRect">
            <a:avLst/>
          </a:prstGeom>
          <a:solidFill>
            <a:srgbClr val="7B3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Community-driven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463040"/>
            <a:ext cx="2194560" cy="5943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56032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Inter"/>
              </a:defRPr>
            </a:pPr>
            <a:r>
              <a:t>Returning digital control to people, families, associations, cooperatives, and schools.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4  ·  Theme: Sovereign Tech  ·  English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827782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320040"/>
            <a:ext cx="79552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KM0 Cloud, live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3444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Cloud storage and collaboration like your own drive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Share files, sync, and work as a team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In-browser Office editing with Collabora Online (DOCX, XLSX, PPTX)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Access from web, Android, and iOS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URL: cloud.km0digital.com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5486400"/>
            <a:ext cx="7498079" cy="6400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Your data, your origin. The movement grows with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5  ·  Theme: Sovereign Tech  ·  English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827782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320040"/>
            <a:ext cx="79552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OpenCloud, the open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3444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Open-source platform for files, sharing, and collaboration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Built by OpenCloud GmbH (Heinlein Group)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Digital sovereignty: no mandatory external cloud dependency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Go microservices architecture, no SQL database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KM0 runs OpenCloud 7.0.0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6  ·  Theme: Sovereign Tech  ·  English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827782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320040"/>
            <a:ext cx="79552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3444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Debian 13 + Docker Compose on Hetzner servers (EU, Germany)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Nginx as sole HTTPS proxy; containers on loopback only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OpenCloud 7.0.0 · Dex OIDC · Collabora CODE · WOPI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Hybrid auth: Google, Apple, and local LDAP (IDM)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Let's Encrypt TLS · UFW + Fail2ban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7  ·  Theme: Sovereign Tech  ·  English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827782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320040"/>
            <a:ext cx="79552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Unified authentication with 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3444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Dex as central OIDC issuer for web, desktop, and mobile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Sign in with Google, Apple, or local OpenCloud credentials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KM0-branded login UI (CA | ES | EN | DE)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Native clients: OpenCloud Desktop, Android, and 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8  ·  Theme: Sovereign Tech  ·  English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827782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320040"/>
            <a:ext cx="79552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Trust and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3444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EU infrastructure (Falkenstein, Germany)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Operated by AMVARA CONSULTING S.L., ISO/IEC 27001:2022 certified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TLS-encrypted traffic · no selling data for advertising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Public technical blog: transparency from day zero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Documented backups and operational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9  ·  Theme: Sovereign Tech  ·  English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2800">
                <a:solidFill>
                  <a:srgbClr val="0B1220"/>
                </a:solidFill>
                <a:latin typeface="Inter"/>
              </a:defRPr>
            </a:pPr>
            <a:r>
              <a:t>Project diary (Days 0–5)</a:t>
            </a:r>
          </a:p>
        </p:txBody>
      </p:sp>
      <p:sp>
        <p:nvSpPr>
          <p:cNvPr id="5" name="Oval 4"/>
          <p:cNvSpPr/>
          <p:nvPr/>
        </p:nvSpPr>
        <p:spPr>
          <a:xfrm>
            <a:off x="2560320" y="1280160"/>
            <a:ext cx="164592" cy="164592"/>
          </a:xfrm>
          <a:prstGeom prst="ellipse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7BFF"/>
                </a:solidFill>
              </a:defRPr>
            </a:pPr>
            <a:r>
              <a:t>Day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8872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Server foundations: Debian, Docker, Nginx</a:t>
            </a:r>
          </a:p>
        </p:txBody>
      </p:sp>
      <p:sp>
        <p:nvSpPr>
          <p:cNvPr id="8" name="Oval 7"/>
          <p:cNvSpPr/>
          <p:nvPr/>
        </p:nvSpPr>
        <p:spPr>
          <a:xfrm>
            <a:off x="2560320" y="2057400"/>
            <a:ext cx="164592" cy="164592"/>
          </a:xfrm>
          <a:prstGeom prst="ellipse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965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7BFF"/>
                </a:solidFill>
              </a:defRPr>
            </a:pPr>
            <a: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6596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First OpenCloud deployment + KM0 web site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0" y="2834640"/>
            <a:ext cx="164592" cy="164592"/>
          </a:xfrm>
          <a:prstGeom prst="ellipse">
            <a:avLst/>
          </a:prstGeom>
          <a:solidFill>
            <a:srgbClr val="7B3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7432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7BFF"/>
                </a:solidFill>
              </a:defRPr>
            </a:pPr>
            <a: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4320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Upgrade to OpenCloud 7 + Dex OIDC + backups</a:t>
            </a:r>
          </a:p>
        </p:txBody>
      </p:sp>
      <p:sp>
        <p:nvSpPr>
          <p:cNvPr id="14" name="Oval 13"/>
          <p:cNvSpPr/>
          <p:nvPr/>
        </p:nvSpPr>
        <p:spPr>
          <a:xfrm>
            <a:off x="2560320" y="361188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7BFF"/>
                </a:solidFill>
              </a:defRPr>
            </a:pPr>
            <a:r>
              <a:t>Day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52044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km0digital.com domain + Collabora + multilingual FAQ</a:t>
            </a:r>
          </a:p>
        </p:txBody>
      </p:sp>
      <p:sp>
        <p:nvSpPr>
          <p:cNvPr id="17" name="Oval 16"/>
          <p:cNvSpPr/>
          <p:nvPr/>
        </p:nvSpPr>
        <p:spPr>
          <a:xfrm>
            <a:off x="2560320" y="4389120"/>
            <a:ext cx="164592" cy="164592"/>
          </a:xfrm>
          <a:prstGeom prst="ellipse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42976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7BFF"/>
                </a:solidFill>
              </a:defRPr>
            </a:pPr>
            <a: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9768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Unified local LDAP login with OpenCloud IDM</a:t>
            </a:r>
          </a:p>
        </p:txBody>
      </p:sp>
      <p:sp>
        <p:nvSpPr>
          <p:cNvPr id="20" name="Oval 19"/>
          <p:cNvSpPr/>
          <p:nvPr/>
        </p:nvSpPr>
        <p:spPr>
          <a:xfrm>
            <a:off x="2560320" y="5166359"/>
            <a:ext cx="164592" cy="164592"/>
          </a:xfrm>
          <a:prstGeom prst="ellipse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5074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7BFF"/>
                </a:solidFill>
              </a:defRPr>
            </a:pPr>
            <a:r>
              <a:t>Day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074920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Vision meeting in Masnou: why and for whom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10  ·  Theme: Sovereign Tech  ·  English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0" y="0"/>
            <a:ext cx="54864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827782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320040"/>
            <a:ext cx="79552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0B1220"/>
                </a:solidFill>
                <a:latin typeface="Inter"/>
              </a:defRPr>
            </a:pPr>
            <a:r>
              <a:t>Competing without being Big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34440"/>
            <a:ext cx="79552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Small teams with modern tools (including AI) can compete with large structures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Honest pricing based on real cost, not on monetising your data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Human support and proximity: meet in person if needed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Local = geographic (Barcelona/Masnou), operational, and already 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11  ·  Theme: Sovereign Tech  ·  English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65760"/>
            <a:ext cx="993338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Inter"/>
              </a:defRPr>
            </a:pPr>
            <a:r>
              <a:t>Join the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Explore: km0digital.com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Try KM0 Cloud: cloud.km0digital.com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Tutorials: web, Android, and iOS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Contact: hello.yoel@amvara.de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Join the community WhatsApp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AMVARA CONSULTING S.L.  ·  Theme: Sovereign Tech  ·  English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